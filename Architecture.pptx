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45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55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9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3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89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0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80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29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83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27CAB-0BE1-4147-8444-EB7730AF0CA3}" type="datetimeFigureOut">
              <a:rPr lang="en-US" smtClean="0"/>
              <a:t>7/23/17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306F3-7B74-4FD3-AE9F-FEB18081E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8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gif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jpe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 descr="C:\Users\guane\Desktop\877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697" y="474617"/>
            <a:ext cx="1006913" cy="81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0" descr="C:\Users\guane\Desktop\lodash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345" y="422846"/>
            <a:ext cx="913663" cy="91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6" descr="C:\Users\guane\Desktop\j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70" y="378946"/>
            <a:ext cx="892598" cy="90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8" descr="C:\Users\guane\Desktop\jsdoc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230" y="1940300"/>
            <a:ext cx="1100589" cy="516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https://git-for-windows.github.io/img/git_logo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762" y="5627354"/>
            <a:ext cx="987366" cy="98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https://node-os.com/images/nodejs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150" y="2884152"/>
            <a:ext cx="1556037" cy="1556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6" descr="https://reactweek.com/images/webpack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978" y="3049711"/>
            <a:ext cx="1181632" cy="118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8" descr="https://upload.wikimedia.org/wikipedia/commons/thumb/d/db/Npm-logo.svg/2000px-Npm-logo.svg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35" y="4909709"/>
            <a:ext cx="1215469" cy="472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0" descr="https://avatars0.githubusercontent.com/u/1714870?v=3&amp;s=40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187" y="3077421"/>
            <a:ext cx="1027653" cy="102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726" y="5537224"/>
            <a:ext cx="839658" cy="1159173"/>
          </a:xfrm>
          <a:prstGeom prst="rect">
            <a:avLst/>
          </a:prstGeom>
        </p:spPr>
      </p:pic>
      <p:pic>
        <p:nvPicPr>
          <p:cNvPr id="15" name="Picture 54" descr="https://avatars2.githubusercontent.com/u/70142?v=3&amp;s=20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536" y="421928"/>
            <a:ext cx="952502" cy="952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4018" y="5594458"/>
            <a:ext cx="1110049" cy="1082808"/>
          </a:xfrm>
          <a:prstGeom prst="rect">
            <a:avLst/>
          </a:prstGeom>
        </p:spPr>
      </p:pic>
      <p:pic>
        <p:nvPicPr>
          <p:cNvPr id="17" name="Picture 58" descr="http://jshint.com/res/jshint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106" y="1917200"/>
            <a:ext cx="1147974" cy="50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0" descr="https://i.cloudup.com/zfY6lL7eFa-3000x3000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849" y="4725506"/>
            <a:ext cx="1387421" cy="42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0" descr="http://quato.com.ua/wp-content/uploads/2014/06/logo-nginx-150x150.jp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207" y="4475100"/>
            <a:ext cx="987921" cy="98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24299" y="4761285"/>
            <a:ext cx="1168766" cy="384923"/>
          </a:xfrm>
          <a:prstGeom prst="rect">
            <a:avLst/>
          </a:prstGeom>
        </p:spPr>
      </p:pic>
      <p:pic>
        <p:nvPicPr>
          <p:cNvPr id="21" name="Picture 62" descr="http://thenewstack.io/wp-content/uploads/2015/03/redis-logo.pn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349" y="4568667"/>
            <a:ext cx="921385" cy="81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2420" y="5903368"/>
            <a:ext cx="1176531" cy="426883"/>
          </a:xfrm>
          <a:prstGeom prst="rect">
            <a:avLst/>
          </a:prstGeom>
        </p:spPr>
      </p:pic>
      <p:pic>
        <p:nvPicPr>
          <p:cNvPr id="23" name="Picture 64" descr="https://avatars1.githubusercontent.com/u/8296347?v=3&amp;s=400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696" y="421928"/>
            <a:ext cx="923714" cy="92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ttp://1.bp.blogspot.com/-aXHbB9nPPeI/VUZUwaKi8TI/AAAAAAAAAr0/yiXtd5WALPo/s1600/cucumber.png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549" y="5697331"/>
            <a:ext cx="935677" cy="93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docs.sonarqube.org/download/attachments/360449/global.logo?version=1&amp;modificationDate=1432060827000&amp;api=v2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969" y="1733462"/>
            <a:ext cx="864039" cy="86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89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3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asd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76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2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as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Guangxue Cao, Ethan</dc:creator>
  <cp:lastModifiedBy>Guangxue CAO</cp:lastModifiedBy>
  <cp:revision>4</cp:revision>
  <dcterms:created xsi:type="dcterms:W3CDTF">2015-10-20T20:23:40Z</dcterms:created>
  <dcterms:modified xsi:type="dcterms:W3CDTF">2017-07-23T21:19:44Z</dcterms:modified>
</cp:coreProperties>
</file>